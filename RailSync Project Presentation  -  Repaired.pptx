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21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RAILSYNC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95160" y="2011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8FA4BC"/>
                </a:solidFill>
              </a:rPr>
              <a:t>INDIAN RAILWAYS • WEB APPLICATION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18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58C"/>
                </a:solidFill>
              </a:rPr>
              <a:t>RailSync Project Presentation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ide1_clea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4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852160" cy="5440680"/>
          </a:xfrm>
          <a:prstGeom prst="rect">
            <a:avLst/>
          </a:prstGeom>
          <a:solidFill>
            <a:srgbClr val="03101F"/>
          </a:solidFill>
          <a:ln w="12700">
            <a:solidFill>
              <a:srgbClr val="29435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7F9FC"/>
                </a:solidFill>
              </a:rPr>
              <a:t>WEB APPLICATION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58368" y="1143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7F9FC"/>
                </a:solidFill>
              </a:rPr>
              <a:t>Rail</a:t>
            </a:r>
            <a:r>
              <a:rPr lang="en-US" sz="4800" b="1" dirty="0">
                <a:solidFill>
                  <a:srgbClr val="EF2B32"/>
                </a:solidFill>
              </a:rPr>
              <a:t>Sync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85800" y="20299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9FC"/>
                </a:solidFill>
              </a:rPr>
              <a:t>Indian Railways Live Tracker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7F9FC"/>
                </a:solidFill>
              </a:rPr>
              <a:t>&amp; PNR Status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94944" y="3154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DCE7"/>
                </a:solidFill>
              </a:rPr>
              <a:t>A passenger-focused railway information experience for search, live movement, station boards and reservation visualization.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" y="4187952"/>
            <a:ext cx="914400" cy="0"/>
          </a:xfrm>
          <a:prstGeom prst="line">
            <a:avLst/>
          </a:prstGeom>
          <a:noFill/>
          <a:ln w="381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4944" y="4434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F2B32"/>
                </a:solidFill>
              </a:rPr>
              <a:t>PROJECT TEAM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4944" y="471830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</a:rPr>
              <a:t>Akshit Sharma  ·  2510990844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</a:rPr>
              <a:t>Prabhnoor Singh  ·  2510990842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</a:rPr>
              <a:t>Aryan Sharma  ·  2510990819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01 •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What is RailSync?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One interface that brings the most useful railway information into a clear, modern workflow.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039112"/>
            <a:ext cx="45720" cy="38404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Unified Passenger Experience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292608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RailSync reduces the need to jump between separate screens for train search, live tracking, station movements and PNR information.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039112"/>
            <a:ext cx="45720" cy="384048"/>
          </a:xfrm>
          <a:prstGeom prst="rect">
            <a:avLst/>
          </a:prstGeom>
          <a:solidFill>
            <a:srgbClr val="FFD04A"/>
          </a:solidFill>
          <a:ln w="1270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81728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Railway-Inspired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2441448"/>
            <a:ext cx="292608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The visual language uses platform boards, signal colors, route ribbons and coach layouts to make information immediately recognizable.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29016" y="187452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93608" y="2039112"/>
            <a:ext cx="45720" cy="384048"/>
          </a:xfrm>
          <a:prstGeom prst="rect">
            <a:avLst/>
          </a:prstGeom>
          <a:solidFill>
            <a:srgbClr val="19D27C"/>
          </a:solidFill>
          <a:ln w="12700">
            <a:solidFill>
              <a:srgbClr val="19D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49056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Built for Interaction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49056" y="2441448"/>
            <a:ext cx="292608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The project is not a static website: React components update views, state and railway data without reloading the entire interface.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02 •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The passenger information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Railway data is useful only when users can find, understand and act on it quickly.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039112"/>
            <a:ext cx="45720" cy="38404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029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Fragmented information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441448"/>
            <a:ext cx="4709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Train search, live status, station boards and PNR details often feel disconnected.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82512" y="2039112"/>
            <a:ext cx="45720" cy="38404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029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Hard-to-read status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441448"/>
            <a:ext cx="4709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Raw tables and text make delays, route progress and coach information difficult to scan.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" y="3867912"/>
            <a:ext cx="45720" cy="38404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858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Poor journey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70248"/>
            <a:ext cx="4709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Passengers need “where is my train?”, “what is next?” and “where is my berth?” in visual form.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82512" y="3867912"/>
            <a:ext cx="45720" cy="384048"/>
          </a:xfrm>
          <a:prstGeom prst="rect">
            <a:avLst/>
          </a:prstGeom>
          <a:solidFill>
            <a:srgbClr val="FFD04A"/>
          </a:solidFill>
          <a:ln w="1270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3858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Limited continuity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4270248"/>
            <a:ext cx="4709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Without persistent storage, user preferences and journey history are not retained across sessions.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03 • 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One journey. Four connected modules.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RailSync organizes the passenger workflow from discovery to live journey monitoring.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240280" cy="2468880"/>
          </a:xfrm>
          <a:prstGeom prst="roundRect">
            <a:avLst/>
          </a:prstGeom>
          <a:solidFill>
            <a:srgbClr val="0B1D33"/>
          </a:solidFill>
          <a:ln w="1524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2B32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SEARCH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Find stations, routes and trains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1800" y="2971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2B3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20440" y="2103120"/>
            <a:ext cx="2240280" cy="2468880"/>
          </a:xfrm>
          <a:prstGeom prst="roundRect">
            <a:avLst/>
          </a:prstGeom>
          <a:solidFill>
            <a:srgbClr val="0B1D33"/>
          </a:solidFill>
          <a:ln w="1524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2B32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TRACK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03320" y="3520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View live route and movement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2971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2B3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0" y="2103120"/>
            <a:ext cx="2240280" cy="2468880"/>
          </a:xfrm>
          <a:prstGeom prst="roundRect">
            <a:avLst/>
          </a:prstGeom>
          <a:solidFill>
            <a:srgbClr val="0B1D33"/>
          </a:solidFill>
          <a:ln w="1524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2B32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MONITOR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3520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Check station arrivals/departures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32520" y="2971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2B32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281160" y="2103120"/>
            <a:ext cx="2240280" cy="2468880"/>
          </a:xfrm>
          <a:prstGeom prst="roundRect">
            <a:avLst/>
          </a:prstGeom>
          <a:solidFill>
            <a:srgbClr val="0B1D33"/>
          </a:solidFill>
          <a:ln w="1524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6404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04A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640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VERIFY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64040" y="3520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View PNR and berth details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The result is a single passenger-focused dashboard instead of isolated information screens.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04 • KEY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Designed around real railway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The current build already covers the major passenger-facing flows.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011680"/>
            <a:ext cx="45720" cy="38404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002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Train &amp; Station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414016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Station autocomplete, origin/destination flow, hot routes and direct train-number lookup.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34840" y="1847088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99432" y="2011680"/>
            <a:ext cx="45720" cy="384048"/>
          </a:xfrm>
          <a:prstGeom prst="rect">
            <a:avLst/>
          </a:prstGeom>
          <a:solidFill>
            <a:srgbClr val="19D27C"/>
          </a:solidFill>
          <a:ln w="12700">
            <a:solidFill>
              <a:srgbClr val="19D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002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Live Train Tracker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414016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Route map, progress, speed, next stop, status indicators and train composition.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229600" y="1847088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94192" y="2011680"/>
            <a:ext cx="45720" cy="384048"/>
          </a:xfrm>
          <a:prstGeom prst="rect">
            <a:avLst/>
          </a:prstGeom>
          <a:solidFill>
            <a:srgbClr val="FFD04A"/>
          </a:solidFill>
          <a:ln w="1270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9640" y="2002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Station Live 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2414016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Arrivals/departures with time-window filters and one-click tracking.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" y="3913632"/>
            <a:ext cx="45720" cy="38404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PNR &amp; Coach 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PNR validation, berth allocation, coach sequence and visual compartment layout.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434840" y="37490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99432" y="3913632"/>
            <a:ext cx="45720" cy="384048"/>
          </a:xfrm>
          <a:prstGeom prst="rect">
            <a:avLst/>
          </a:prstGeom>
          <a:solidFill>
            <a:srgbClr val="19D27C"/>
          </a:solidFill>
          <a:ln w="12700">
            <a:solidFill>
              <a:srgbClr val="19D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Signal-Based Status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4315968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Green / amber / red visual cues make on-time and delay conditions easy to understand.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29600" y="37490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94192" y="3913632"/>
            <a:ext cx="45720" cy="384048"/>
          </a:xfrm>
          <a:prstGeom prst="rect">
            <a:avLst/>
          </a:prstGeom>
          <a:solidFill>
            <a:srgbClr val="FFD04A"/>
          </a:solidFill>
          <a:ln w="1270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49640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Responsive Interface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9640" y="4315968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Reusable React components create a consistent experience across sections.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0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05 • LIVE TRACKING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Turning movement data into a visual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React Leaflet gives RailSync a map-first view while the surrounding UI explains what the map means.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6492240" cy="361188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6080760" cy="182880"/>
          </a:xfrm>
          <a:prstGeom prst="line">
            <a:avLst/>
          </a:prstGeom>
          <a:noFill/>
          <a:ln w="12700">
            <a:solidFill>
              <a:srgbClr val="193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6080760" cy="0"/>
          </a:xfrm>
          <a:prstGeom prst="line">
            <a:avLst/>
          </a:prstGeom>
          <a:noFill/>
          <a:ln w="12700">
            <a:solidFill>
              <a:srgbClr val="193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6080760" cy="182880"/>
          </a:xfrm>
          <a:prstGeom prst="line">
            <a:avLst/>
          </a:prstGeom>
          <a:noFill/>
          <a:ln w="12700">
            <a:solidFill>
              <a:srgbClr val="193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6080760" cy="0"/>
          </a:xfrm>
          <a:prstGeom prst="line">
            <a:avLst/>
          </a:prstGeom>
          <a:noFill/>
          <a:ln w="12700">
            <a:solidFill>
              <a:srgbClr val="193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6080760" cy="182880"/>
          </a:xfrm>
          <a:prstGeom prst="line">
            <a:avLst/>
          </a:prstGeom>
          <a:noFill/>
          <a:ln w="12700">
            <a:solidFill>
              <a:srgbClr val="193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6080760" cy="0"/>
          </a:xfrm>
          <a:prstGeom prst="line">
            <a:avLst/>
          </a:prstGeom>
          <a:noFill/>
          <a:ln w="12700">
            <a:solidFill>
              <a:srgbClr val="1935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4709160"/>
            <a:ext cx="5440680" cy="0"/>
          </a:xfrm>
          <a:prstGeom prst="line">
            <a:avLst/>
          </a:prstGeom>
          <a:noFill/>
          <a:ln w="50800">
            <a:solidFill>
              <a:srgbClr val="EF2B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43000" y="4663440"/>
            <a:ext cx="146304" cy="146304"/>
          </a:xfrm>
          <a:prstGeom prst="ellipse">
            <a:avLst/>
          </a:prstGeom>
          <a:solidFill>
            <a:srgbClr val="F7F9FC"/>
          </a:solidFill>
          <a:ln w="12700">
            <a:solidFill>
              <a:srgbClr val="06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3931920"/>
            <a:ext cx="146304" cy="146304"/>
          </a:xfrm>
          <a:prstGeom prst="ellipse">
            <a:avLst/>
          </a:prstGeom>
          <a:solidFill>
            <a:srgbClr val="F7F9FC"/>
          </a:solidFill>
          <a:ln w="12700">
            <a:solidFill>
              <a:srgbClr val="06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3337560"/>
            <a:ext cx="146304" cy="146304"/>
          </a:xfrm>
          <a:prstGeom prst="ellipse">
            <a:avLst/>
          </a:prstGeom>
          <a:solidFill>
            <a:srgbClr val="F7F9FC"/>
          </a:solidFill>
          <a:ln w="12700">
            <a:solidFill>
              <a:srgbClr val="06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146304" cy="146304"/>
          </a:xfrm>
          <a:prstGeom prst="ellipse">
            <a:avLst/>
          </a:prstGeom>
          <a:solidFill>
            <a:srgbClr val="19D27C"/>
          </a:solidFill>
          <a:ln w="12700">
            <a:solidFill>
              <a:srgbClr val="06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9D27C"/>
                </a:solidFill>
              </a:rPr>
              <a:t>LIVE CORRIDOR MAP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79792" y="18745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44384" y="2039112"/>
            <a:ext cx="45720" cy="384048"/>
          </a:xfrm>
          <a:prstGeom prst="rect">
            <a:avLst/>
          </a:prstGeom>
          <a:solidFill>
            <a:srgbClr val="19D27C"/>
          </a:solidFill>
          <a:ln w="12700">
            <a:solidFill>
              <a:srgbClr val="19D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99832" y="2029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Map &amp; Direction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99832" y="244144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Leaflet map + route geometry + directional train marker.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479792" y="30632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44384" y="3227832"/>
            <a:ext cx="45720" cy="384048"/>
          </a:xfrm>
          <a:prstGeom prst="rect">
            <a:avLst/>
          </a:prstGeom>
          <a:solidFill>
            <a:srgbClr val="EF2B32"/>
          </a:solidFill>
          <a:ln w="127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99832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Journey Telemetry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99832" y="363016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Speed, last station, next stop, progress and sync controls.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479792" y="425196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0B1D33">
              <a:alpha val="97000"/>
            </a:srgbClr>
          </a:solidFill>
          <a:ln w="12700">
            <a:solidFill>
              <a:srgbClr val="23415F"/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44384" y="4416552"/>
            <a:ext cx="45720" cy="384048"/>
          </a:xfrm>
          <a:prstGeom prst="rect">
            <a:avLst/>
          </a:prstGeom>
          <a:solidFill>
            <a:srgbClr val="FFD04A"/>
          </a:solidFill>
          <a:ln w="1270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99832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Rake Composition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99832" y="4818888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9B8C9"/>
                </a:solidFill>
              </a:rPr>
              <a:t>Coach sequence gives passengers useful train-level context.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1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06 • TECHNOLOGY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Simple web technologies, component-driven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The project combines core front-end skills with React-based interactivity and mapping.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83280" cy="1170432"/>
          </a:xfrm>
          <a:prstGeom prst="roundRect">
            <a:avLst/>
          </a:prstGeom>
          <a:solidFill>
            <a:srgbClr val="0B1D33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HTML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4597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9"/>
                </a:solidFill>
              </a:rPr>
              <a:t>Page structure &amp; semantic content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3383280" cy="1170432"/>
          </a:xfrm>
          <a:prstGeom prst="roundRect">
            <a:avLst/>
          </a:prstGeom>
          <a:solidFill>
            <a:srgbClr val="0B1D33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81728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81728" y="24597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9"/>
                </a:solidFill>
              </a:rPr>
              <a:t>Layout, railway theme &amp; responsive styling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1874520"/>
            <a:ext cx="3383280" cy="1170432"/>
          </a:xfrm>
          <a:prstGeom prst="roundRect">
            <a:avLst/>
          </a:prstGeom>
          <a:solidFill>
            <a:srgbClr val="0B1D33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76488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JavaScript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76488" y="24597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9"/>
                </a:solidFill>
              </a:rPr>
              <a:t>Logic, events, validation &amp; data handling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3383280" cy="1170432"/>
          </a:xfrm>
          <a:prstGeom prst="roundRect">
            <a:avLst/>
          </a:prstGeom>
          <a:solidFill>
            <a:srgbClr val="0B1D33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B6FF"/>
                </a:solidFill>
              </a:rPr>
              <a:t>React JS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6968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9"/>
                </a:solidFill>
              </a:rPr>
              <a:t>Components, state and dynamic UI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3383280"/>
            <a:ext cx="3383280" cy="1170432"/>
          </a:xfrm>
          <a:prstGeom prst="roundRect">
            <a:avLst/>
          </a:prstGeom>
          <a:solidFill>
            <a:srgbClr val="0B1D33"/>
          </a:solidFill>
          <a:ln w="12700">
            <a:solidFill>
              <a:srgbClr val="19D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D27C"/>
                </a:solidFill>
              </a:rPr>
              <a:t>React Leaflet / Leaflet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81728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9"/>
                </a:solidFill>
              </a:rPr>
              <a:t>Interactive railway route mapping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75320" y="3383280"/>
            <a:ext cx="3383280" cy="1170432"/>
          </a:xfrm>
          <a:prstGeom prst="roundRect">
            <a:avLst/>
          </a:prstGeom>
          <a:solidFill>
            <a:srgbClr val="0B1D33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76488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Next.js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76488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8C9"/>
                </a:solidFill>
              </a:rPr>
              <a:t>Current project framework and API-route layer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280160" y="5166360"/>
            <a:ext cx="9646920" cy="502920"/>
          </a:xfrm>
          <a:prstGeom prst="roundRect">
            <a:avLst/>
          </a:prstGeom>
          <a:solidFill>
            <a:srgbClr val="EF2B32">
              <a:alpha val="12000"/>
            </a:srgbClr>
          </a:solidFill>
          <a:ln w="12700">
            <a:solidFill>
              <a:srgbClr val="EF2B3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08760" y="5294376"/>
            <a:ext cx="918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9FC"/>
                </a:solidFill>
              </a:rPr>
              <a:t>Frontend focus today  →  database-backed full-stack platform in the next phase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07 •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Component-based project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Each major user task is isolated into a reusable UI module, connected through React state.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965960" cy="960120"/>
          </a:xfrm>
          <a:prstGeom prst="roundRect">
            <a:avLst/>
          </a:prstGeom>
          <a:solidFill>
            <a:srgbClr val="0B1D33"/>
          </a:solidFill>
          <a:ln w="1651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9077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9FC"/>
                </a:solidFill>
              </a:rPr>
              <a:t>USER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B8C9"/>
                </a:solidFill>
              </a:rPr>
              <a:t>Search / Track / PNR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1800" y="2743200"/>
            <a:ext cx="1965960" cy="960120"/>
          </a:xfrm>
          <a:prstGeom prst="roundRect">
            <a:avLst/>
          </a:prstGeom>
          <a:solidFill>
            <a:srgbClr val="0B1D33"/>
          </a:solidFill>
          <a:ln w="1651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29077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9FC"/>
                </a:solidFill>
              </a:rPr>
              <a:t>REACT UI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B8C9"/>
                </a:solidFill>
              </a:rPr>
              <a:t>Components + State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0" y="2743200"/>
            <a:ext cx="1965960" cy="960120"/>
          </a:xfrm>
          <a:prstGeom prst="roundRect">
            <a:avLst/>
          </a:prstGeom>
          <a:solidFill>
            <a:srgbClr val="0B1D33"/>
          </a:solidFill>
          <a:ln w="1651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0" y="29077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9FC"/>
                </a:solidFill>
              </a:rPr>
              <a:t>DATA LAYER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2356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B8C9"/>
                </a:solidFill>
              </a:rPr>
              <a:t>API routes / railway data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01000" y="1965960"/>
            <a:ext cx="1965960" cy="960120"/>
          </a:xfrm>
          <a:prstGeom prst="roundRect">
            <a:avLst/>
          </a:prstGeom>
          <a:solidFill>
            <a:srgbClr val="0B1D33"/>
          </a:solidFill>
          <a:ln w="16510">
            <a:solidFill>
              <a:srgbClr val="19D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21305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D27C"/>
                </a:solidFill>
              </a:rPr>
              <a:t>MAP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38160" y="2441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B8C9"/>
                </a:solidFill>
              </a:rPr>
              <a:t>React Leaflet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01000" y="3520440"/>
            <a:ext cx="1965960" cy="960120"/>
          </a:xfrm>
          <a:prstGeom prst="roundRect">
            <a:avLst/>
          </a:prstGeom>
          <a:solidFill>
            <a:srgbClr val="211D16"/>
          </a:solidFill>
          <a:ln w="1651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0" y="368503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D04A"/>
                </a:solidFill>
              </a:rPr>
              <a:t>FUTURE DB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38160" y="3995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B8C9"/>
                </a:solidFill>
              </a:rPr>
              <a:t>MySQL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97480" y="3218688"/>
            <a:ext cx="274320" cy="0"/>
          </a:xfrm>
          <a:prstGeom prst="line">
            <a:avLst/>
          </a:prstGeom>
          <a:noFill/>
          <a:ln w="25400">
            <a:solidFill>
              <a:srgbClr val="EF2B3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3218688"/>
            <a:ext cx="548640" cy="0"/>
          </a:xfrm>
          <a:prstGeom prst="line">
            <a:avLst/>
          </a:prstGeom>
          <a:noFill/>
          <a:ln w="25400">
            <a:solidFill>
              <a:srgbClr val="EF2B3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52360" y="3090672"/>
            <a:ext cx="548640" cy="0"/>
          </a:xfrm>
          <a:prstGeom prst="line">
            <a:avLst/>
          </a:prstGeom>
          <a:noFill/>
          <a:ln w="25400">
            <a:solidFill>
              <a:srgbClr val="EF2B3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52360" y="3346704"/>
            <a:ext cx="548640" cy="630936"/>
          </a:xfrm>
          <a:prstGeom prst="line">
            <a:avLst/>
          </a:prstGeom>
          <a:noFill/>
          <a:ln w="25400">
            <a:solidFill>
              <a:srgbClr val="EF2B3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9834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9B8C9"/>
                </a:solidFill>
              </a:rPr>
              <a:t>React state coordinates the experience; the map and data services remain modular so the system can grow without redesigning the whole UI.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08 • USER BENEFITS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Why RailSync matters to passengers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The value is not “more data” — it is faster understanding and better journey decisions.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2B3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Faster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See train, route, station and reservation information in one place.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4480560"/>
            <a:ext cx="233172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02152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04A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152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Lower Confusion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31546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Visual status colors and route progress reduce interpretation effort.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02152" y="4480560"/>
            <a:ext cx="233172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18504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2B32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18504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Better Planning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18504" y="31546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Next-stop and station-board context helps passengers prepare ahead.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18504" y="4480560"/>
            <a:ext cx="233172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34856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2B32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34856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Seat Clarity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34856" y="31546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Coach and berth visualization makes reservation details easier to understand.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4480560"/>
            <a:ext cx="233172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A passenger should be able to answer the important questions of a journey at a glance.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09 • FUTURE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From prototype to a persistent railway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The next phase focuses on data persistence, personalization and stronger production readiness.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61320" cy="987552"/>
          </a:xfrm>
          <a:prstGeom prst="roundRect">
            <a:avLst/>
          </a:prstGeom>
          <a:solidFill>
            <a:srgbClr val="0B1D33"/>
          </a:solidFill>
          <a:ln w="1524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207568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F2B32">
              <a:alpha val="18000"/>
            </a:srgbClr>
          </a:solidFill>
          <a:ln w="12700">
            <a:solidFill>
              <a:srgbClr val="EF2B3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075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2B32"/>
                </a:solidFill>
              </a:rPr>
              <a:t>NOW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40280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9FC"/>
                </a:solidFill>
              </a:rPr>
              <a:t>React-based interface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2057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Search • Live tracker • Station board • PNR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136392"/>
            <a:ext cx="10561320" cy="987552"/>
          </a:xfrm>
          <a:prstGeom prst="roundRect">
            <a:avLst/>
          </a:prstGeom>
          <a:solidFill>
            <a:srgbClr val="0B1D33"/>
          </a:solidFill>
          <a:ln w="15240">
            <a:solidFill>
              <a:srgbClr val="FFD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333756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FD04A">
              <a:alpha val="18000"/>
            </a:srgbClr>
          </a:solidFill>
          <a:ln w="12700">
            <a:solidFill>
              <a:srgbClr val="FFD04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04A"/>
                </a:solidFill>
              </a:rPr>
              <a:t>NEXT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40280" y="3300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9FC"/>
                </a:solidFill>
              </a:rPr>
              <a:t>MySQL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31927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Users • saved journeys • preferences • history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398264"/>
            <a:ext cx="10561320" cy="987552"/>
          </a:xfrm>
          <a:prstGeom prst="roundRect">
            <a:avLst/>
          </a:prstGeom>
          <a:solidFill>
            <a:srgbClr val="0B1D33"/>
          </a:solidFill>
          <a:ln w="1524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" y="459943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F2B32">
              <a:alpha val="18000"/>
            </a:srgbClr>
          </a:solidFill>
          <a:ln w="12700">
            <a:solidFill>
              <a:srgbClr val="EF2B3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599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2B32"/>
                </a:solidFill>
              </a:rPr>
              <a:t>LATER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40280" y="4562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9FC"/>
                </a:solidFill>
              </a:rPr>
              <a:t>Production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458114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9"/>
                </a:solidFill>
              </a:rPr>
              <a:t>Authentication • alerts • analytics • scalable APIs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D04A"/>
                </a:solidFill>
              </a:rPr>
              <a:t>MySQL will convert the current DB-less phase into a persistent system that can remember users and journeys.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2B32"/>
                </a:solidFill>
              </a:rPr>
              <a:t>10 •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RailSync makes railway information feel connected.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8C9"/>
                </a:solidFill>
              </a:rPr>
              <a:t>A modern React project inspired by the real visual language and information needs of Indian Railways.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7F9FC"/>
                </a:solidFill>
              </a:rPr>
              <a:t>SEARCH</a:t>
            </a:r>
            <a:r>
              <a:rPr lang="en-US" sz="2100" dirty="0">
                <a:solidFill>
                  <a:srgbClr val="EF2B32"/>
                </a:solidFill>
              </a:rPr>
              <a:t>  •  </a:t>
            </a:r>
            <a:r>
              <a:rPr lang="en-US" sz="2100" b="1" dirty="0">
                <a:solidFill>
                  <a:srgbClr val="F7F9FC"/>
                </a:solidFill>
              </a:rPr>
              <a:t>TRACK</a:t>
            </a:r>
            <a:r>
              <a:rPr lang="en-US" sz="2100" dirty="0">
                <a:solidFill>
                  <a:srgbClr val="EF2B32"/>
                </a:solidFill>
              </a:rPr>
              <a:t>  •  </a:t>
            </a:r>
            <a:r>
              <a:rPr lang="en-US" sz="2100" b="1" dirty="0">
                <a:solidFill>
                  <a:srgbClr val="F7F9FC"/>
                </a:solidFill>
              </a:rPr>
              <a:t>MONITOR</a:t>
            </a:r>
            <a:r>
              <a:rPr lang="en-US" sz="2100" dirty="0">
                <a:solidFill>
                  <a:srgbClr val="EF2B32"/>
                </a:solidFill>
              </a:rPr>
              <a:t>  •  </a:t>
            </a:r>
            <a:r>
              <a:rPr lang="en-US" sz="2100" b="1" dirty="0">
                <a:solidFill>
                  <a:srgbClr val="F7F9FC"/>
                </a:solidFill>
              </a:rPr>
              <a:t>VERIFY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0" y="2816352"/>
            <a:ext cx="6309360" cy="0"/>
          </a:xfrm>
          <a:prstGeom prst="line">
            <a:avLst/>
          </a:prstGeom>
          <a:noFill/>
          <a:ln w="38100">
            <a:solidFill>
              <a:srgbClr val="EF2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2B32"/>
                </a:solidFill>
              </a:rPr>
              <a:t>Current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C9"/>
                </a:solidFill>
              </a:rPr>
              <a:t>HTML • CSS • JavaScript • React JS • React Leaflet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04A"/>
                </a:solidFill>
              </a:rPr>
              <a:t>Project direction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3657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C9"/>
                </a:solidFill>
              </a:rPr>
              <a:t>MySQL-backed persistence and production-ready user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D27C"/>
                </a:solidFill>
              </a:rPr>
              <a:t>Core goal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3657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8C9"/>
                </a:solidFill>
              </a:rPr>
              <a:t>Make passenger information clearer, faster and more useful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F7F9FC"/>
                </a:solidFill>
              </a:rPr>
              <a:t>THANK YOU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kern="0" spc="30" dirty="0">
                <a:solidFill>
                  <a:srgbClr val="91A6BA"/>
                </a:solidFill>
              </a:rPr>
              <a:t>AKSHIT SHARMA  •  2510990844     |     PRABHNOOR SINGH  •  2510990842     |     ARYAN SHARMA  •  2510990819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5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Chitkara Logo" descr="chitkara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749808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1056</Words>
  <Application>Microsoft Macintosh PowerPoint</Application>
  <PresentationFormat>Widescreen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Chitkara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RailSync — Indian Railways Live Tracker &amp; PNR Status Platform</dc:title>
  <dc:subject>RailSync React Project Presentation</dc:subject>
  <dc:creator>RailSync Team</dc:creator>
  <cp:lastModifiedBy>Akshit Sharma</cp:lastModifiedBy>
  <cp:revision>2</cp:revision>
  <dcterms:created xsi:type="dcterms:W3CDTF">2026-09-13T12:32:14Z</dcterms:created>
  <dcterms:modified xsi:type="dcterms:W3CDTF">2026-09-13T13:57:06Z</dcterms:modified>
</cp:coreProperties>
</file>